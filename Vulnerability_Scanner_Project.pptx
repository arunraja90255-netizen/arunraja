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Vulnerability Scanner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Cybersecurity Mini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321040" cy="466344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scans a target system for exposed services and basic security weaknesses.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321040" cy="466344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vulnerability assessment is time consuming and error prone.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321040" cy="466344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Open-port detection, weak configuration analysis, service identification and reporting.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321040" cy="466344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Flask, Nmap, HTML, CSS, Bootstrap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321040" cy="466344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Web UI → Flask Server → Scanner Engine →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321040" cy="466344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Target → Scan → Analyze → Generate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321040" cy="466344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 Home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dashboard for entering target details.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321040" cy="466344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 Scanning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commonly exposed ports and services.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321040" cy="466344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 Configuration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Flags Telnet, FTP and insecure HTTP usage.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321040" cy="466344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Version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service banners to identify versions.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321040" cy="466344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app.py, scanner.py, templates,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321040" cy="466344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Python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nm.scan(target,'1-1024') and analyze results.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321040" cy="466344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Categorizes findings into low, medium and high risk.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321040" cy="466344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deployment, educational value, fast assessment.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321040" cy="466344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CVE integration, PDF export, authentication, database.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321040" cy="466344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Demonstrates basic penetration testing concepts.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321040" cy="466344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191</Words>
  <Application>Microsoft Office PowerPoint</Application>
  <PresentationFormat>On-screen Show (4:3)</PresentationFormat>
  <Paragraphs>34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Vulnerability Scanner</vt:lpstr>
      <vt:lpstr>Abstract</vt:lpstr>
      <vt:lpstr>Problem Statement</vt:lpstr>
      <vt:lpstr>Objectives</vt:lpstr>
      <vt:lpstr>Technologies</vt:lpstr>
      <vt:lpstr>System Architecture</vt:lpstr>
      <vt:lpstr>Workflow</vt:lpstr>
      <vt:lpstr>Website Home Page</vt:lpstr>
      <vt:lpstr>Port Scanning</vt:lpstr>
      <vt:lpstr>Weak Configuration Checks</vt:lpstr>
      <vt:lpstr>Software Version Detection</vt:lpstr>
      <vt:lpstr>Code Structure</vt:lpstr>
      <vt:lpstr>Sample Python Code</vt:lpstr>
      <vt:lpstr>Results Analysis</vt:lpstr>
      <vt:lpstr>Advantages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Vulnerability Scanner</dc:title>
  <dc:subject/>
  <dc:creator/>
  <cp:keywords/>
  <dc:description>generated using python-pptx</dc:description>
  <cp:lastModifiedBy>arunraja k</cp:lastModifiedBy>
  <cp:revision>2</cp:revision>
  <dcterms:created xsi:type="dcterms:W3CDTF">2013-01-27T09:14:16Z</dcterms:created>
  <dcterms:modified xsi:type="dcterms:W3CDTF">2026-06-11T06:40:34Z</dcterms:modified>
  <cp:category/>
</cp:coreProperties>
</file>